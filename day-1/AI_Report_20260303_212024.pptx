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Benefits of Early Waking in the Morning A Comprehensive Report**</a:t>
            </a:r>
          </a:p>
        </p:txBody>
      </p:sp>
      <p:sp>
        <p:nvSpPr>
          <p:cNvPr id="3" name="Content Placeholder 2"/>
          <p:cNvSpPr>
            <a:spLocks noGrp="1"/>
          </p:cNvSpPr>
          <p:nvPr>
            <p:ph idx="1"/>
          </p:nvPr>
        </p:nvSpPr>
        <p:spPr/>
        <p:txBody>
          <a:bodyPr/>
          <a:lstStyle/>
          <a:p/>
          <a:p>
            <a:pPr lvl="1"/>
            <a:r>
              <a:t>**Introduction**</a:t>
            </a:r>
          </a:p>
          <a:p>
            <a:pPr lvl="1"/>
            <a:r>
              <a:t>Early waking has long been associated with success and well-being, yet its multidimensional benefits are only now being thoroughly explored. This report examines the positive impacts of rising early, drawing upon recent research that highlights advantages spanning mental health, productivity, physical wellness, cognitive performance, social engagement, and longevity. Additionally, the report analyzes underlying mechanisms, potential limitations, and actionable recommendations to optimize early waking practices.</a:t>
            </a:r>
          </a:p>
          <a:p>
            <a:pPr lvl="1"/>
            <a:r>
              <a:t>**Key Findings**</a:t>
            </a:r>
          </a:p>
          <a:p>
            <a:pPr lvl="1"/>
            <a:r>
              <a:t>Early risers experience improved mental health, including reduced stress, anxiety, and depressive symptoms, facilitated by exposure to morning sunlight which regulates circadian rhythms.</a:t>
            </a:r>
          </a:p>
          <a:p>
            <a:pPr lvl="1"/>
            <a:r>
              <a:t>Productivity is enhanced due to fewer distractions and increased availability of time for planning and task completion.</a:t>
            </a:r>
          </a:p>
          <a:p>
            <a:pPr lvl="1"/>
            <a:r>
              <a:t>Physical health benefits include better sleep quality, increased vitamin D synthesis via morning sunlight, and a greater propensity for morning exercise.</a:t>
            </a:r>
          </a:p>
          <a:p>
            <a:pPr lvl="1"/>
            <a:r>
              <a:t>Cognitive functions such as concentration, memory, and problem-solving are heightened during early morning hours.</a:t>
            </a:r>
          </a:p>
          <a:p>
            <a:pPr lvl="1"/>
            <a:r>
              <a:t>Establishing an early wake-up routine fosters discipline, punctuality, and effective time management.</a:t>
            </a:r>
          </a:p>
          <a:p>
            <a:pPr lvl="1"/>
            <a:r>
              <a:t>Early risers tend to maintain better nutrition through regular meal timing and the opportunity for a healthy breakfast.</a:t>
            </a:r>
          </a:p>
          <a:p>
            <a:pPr lvl="1"/>
            <a:r>
              <a:t>Social interactions improve when wake times align with societal schedules, promoting familial and community relationships.</a:t>
            </a:r>
          </a:p>
          <a:p>
            <a:pPr lvl="1"/>
            <a:r>
              <a:t>Long-term health outcomes suggest reduced risk of chronic diseases and potentially increased lifespan among early risers.</a:t>
            </a:r>
          </a:p>
          <a:p>
            <a:pPr lvl="1"/>
            <a:r>
              <a:t>**Analysis**</a:t>
            </a:r>
          </a:p>
          <a:p>
            <a:pPr lvl="1"/>
            <a:r>
              <a:t>The research demonstrates a holistic enhancement of well-being through early waking. The interplay between biological factors, such as circadian rhythm regulation and vitamin D synthesis, and behavioral elements, including disciplined routines and social conformity, produces synergistic benefits across multiple domains. Improved mental health stems largely from natural light exposure, which stabilizes hormonal balance and mood regulation.</a:t>
            </a:r>
          </a:p>
          <a:p>
            <a:pPr lvl="1"/>
            <a:r>
              <a:t>In productivity terms, mornings offer a unique window of heightened brain alertness with minimal external interruptions, optimizing cognitive functions critical for problem-solving and memory retention. Physically, the establishment of consistent sleep-wake patterns and morning exercise routines strengthens cardiovascular health and vitality.</a:t>
            </a:r>
          </a:p>
          <a:p>
            <a:pPr lvl="1"/>
            <a:r>
              <a:t>However, individual differences in chronotype indicate that the benefits of early rising are not uniformly experienced; forcing this habit without adequate sleep or against innate biological rhythms may be detrimental. Furthermore, lifestyle constraints, like shift work, may limit the feasibility of early rising for some populations. Thus, tailoring routines to personal needs remains imperative.</a:t>
            </a:r>
          </a:p>
          <a:p>
            <a:pPr lvl="1"/>
            <a:r>
              <a:t>From a social perspective, aligning wake times with broader community schedules facilitates better interpersonal connections and social support—a key factor in emotional well-being. The cumulative effect of these benefits may contribute to the observed correlation between early rising and longevity.</a:t>
            </a:r>
          </a:p>
          <a:p>
            <a:pPr lvl="1"/>
            <a:r>
              <a:t>**Conclusion**</a:t>
            </a:r>
          </a:p>
          <a:p>
            <a:pPr lvl="1"/>
            <a:r>
              <a:t>Early waking in the morning presents multifaceted benefits that collectively enhance physical, mental, cognitive, and social health. These advantages arise from both physiological mechanisms, such as sunlight exposure and regulated circadian rhythms, and behavioral improvements, such as increased discipline and better time management. While the evidence strongly supports adopting early rising routines for optimal well-being, individual variability and lifestyle considerations must be carefully accounted for to avoid potential negative outcomes. Institutions and individuals alike stand to gain from integrating early waking practices thoughtfully into daily life.</a:t>
            </a:r>
          </a:p>
          <a:p>
            <a:pPr lvl="1"/>
            <a:r>
              <a:t>**Recommendations**</a:t>
            </a:r>
          </a:p>
          <a:p>
            <a:pPr lvl="1"/>
            <a:r>
              <a:t>1. **Promote Awareness and Education:** Implement educational campaigns emphasizing the benefits of early waking, focusing on mental health, productivity, and physical wellness.</a:t>
            </a:r>
          </a:p>
          <a:p>
            <a:pPr lvl="1"/>
            <a:r>
              <a:t>2. **Tailor Wake-up Times:** Encourage personalized wake-up schedules aligned with individual chronotypes to maximize benefits and minimize stress.</a:t>
            </a:r>
          </a:p>
          <a:p>
            <a:pPr lvl="1"/>
            <a:r>
              <a:t>3. **Enhance Sleep Hygiene:** Advocate for sufficient sleep duration alongside early rising to sustain cognitive and physical performance.</a:t>
            </a:r>
          </a:p>
          <a:p>
            <a:pPr lvl="1"/>
            <a:r>
              <a:t>4. **Incorporate Morning Sunlight Exposure:** Facilitate outdoor morning activities or natural light exposure in workplaces and schools to enhance circadian regulation.</a:t>
            </a:r>
          </a:p>
          <a:p>
            <a:pPr lvl="1"/>
            <a:r>
              <a:t>5. **Support Routine Development:** Encourage the establishment of consistent morning routines to build discipline and improve time management skills.</a:t>
            </a:r>
          </a:p>
          <a:p>
            <a:pPr lvl="1"/>
            <a:r>
              <a:t>6. **Facilitate Flexibility for Shift Workers:** Provide flexible scheduling options that consider the challenges faced by individuals with non-traditional work hours.</a:t>
            </a:r>
          </a:p>
          <a:p>
            <a:pPr lvl="1"/>
            <a:r>
              <a:t>7. **Foster Social Opportunities:** Create community-based early morning programs such as group exercise or meditation to combine physical and social health benefits.</a:t>
            </a:r>
          </a:p>
          <a:p>
            <a:pPr lvl="1"/>
            <a:r>
              <a:t>8. **Integrate Early Rising into Wellness Programs:** Encourage employers, schools, and health organizations to incorporate early waking strategies into comprehensive wellness initiatives.</a:t>
            </a:r>
          </a:p>
          <a:p>
            <a:pPr lvl="1"/>
            <a:r>
              <a:t>By adopting these recommendations, individuals and organizations can harness the substantial benefits of early waking to improve overall well-being and productivity.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